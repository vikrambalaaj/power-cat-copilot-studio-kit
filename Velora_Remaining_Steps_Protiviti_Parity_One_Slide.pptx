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182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782"/>
                </a:solidFill>
              </a:rPr>
              <a:t>VELORA  |  EXECUTIVE AI AGENT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782"/>
                </a:solidFill>
              </a:rPr>
              <a:t>CONFIDENTIAL  •  26 AUGUST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3A6A6"/>
                </a:solidFill>
              </a:rPr>
              <a:t>REMAINING STEPS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72237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3B55"/>
                </a:solidFill>
              </a:rPr>
              <a:t>What Velora must complete to cover Protiviti’s deliverables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782"/>
                </a:solidFill>
              </a:rPr>
              <a:t>Internal delivery is achievable; focus the remaining effort on four capability gaps, formal assurance and protected go-live capacity.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5204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72768"/>
            <a:ext cx="73152" cy="2834640"/>
          </a:xfrm>
          <a:prstGeom prst="rect">
            <a:avLst/>
          </a:prstGeom>
          <a:solidFill>
            <a:srgbClr val="F29C46"/>
          </a:solidFill>
          <a:ln w="12700">
            <a:solidFill>
              <a:srgbClr val="F29C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0992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B55"/>
                </a:solidFill>
              </a:rPr>
              <a:t>1  Close and evidence the capability gaps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048256"/>
            <a:ext cx="3209544" cy="2258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C3 Evaluation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complete structured evaluation, criteria, sources and logged evidence.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C5 Agent creation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confirm “without IT” governance; prove create/edit/pause/retire and lifecycle logging.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C8 Benchmarking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demonstrate one approved peer source with citations and method.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C9 Traceability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complete evidence schema and CSV export; use Dataverse if Purview is delayed.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C1/C2/C4/C6/C7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retest existing functions and capture signed acceptance evidence.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096512" y="1572768"/>
            <a:ext cx="3675888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96512" y="1572768"/>
            <a:ext cx="73152" cy="283464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1709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B55"/>
                </a:solidFill>
              </a:rPr>
              <a:t>2  Complete Protiviti-equivalent delivery controls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79392" y="2048256"/>
            <a:ext cx="3364992" cy="2258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Traceability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map every SOR requirement to component, owner, test and evidence.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Assurance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formal system, integration, permission, security and negative-path testing.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UAT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scripts, expected answers, CEO/proxy sessions and business sign-off.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Evidence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capability-level ADAA pack plus recommendation/evaluation logs through 31 Oct.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Operations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controlled release/rollback, runbooks, monitoring, incident escalation and full internal hypercare.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891272" y="1572768"/>
            <a:ext cx="384048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  <a:effectLst>
            <a:outerShdw sx="100000" sy="100000" kx="0" ky="0" algn="bl" rotWithShape="0" blurRad="12700" dist="50800" dir="2700000">
              <a:srgbClr val="AAB6B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91272" y="1572768"/>
            <a:ext cx="73152" cy="2834640"/>
          </a:xfrm>
          <a:prstGeom prst="rect">
            <a:avLst/>
          </a:prstGeom>
          <a:solidFill>
            <a:srgbClr val="2E8B68"/>
          </a:solidFill>
          <a:ln w="12700">
            <a:solidFill>
              <a:srgbClr val="2E8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17099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B55"/>
                </a:solidFill>
              </a:rPr>
              <a:t>3  Secure platform, access and delivery capacity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74152" y="2048256"/>
            <a:ext cx="3529584" cy="2258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Infrastructure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Non-Prod/Prod support, SAP endpoints/private connectivity and production approval.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Access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Entra delegated identity, Graph scopes, Dataverse and Purview or approved fallback.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SAP release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controlled transports and rollback for Phase 1; formal SAP DevOps is a next-phase improvement.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Beyond September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SAP BDC + Azure AI Foundry/Azure Foundry roadmap; MeshX/Fabric only with a clear non-duplicative role.</a:t>
            </a:r>
            <a:endParaRPr lang="en-US" sz="860" dirty="0"/>
          </a:p>
          <a:p>
            <a:pPr marL="152400" indent="-152400">
              <a:buSzPct val="100000"/>
              <a:buChar char="•"/>
            </a:pPr>
            <a:r>
              <a:rPr lang="en-US" sz="860" b="1" dirty="0">
                <a:solidFill>
                  <a:srgbClr val="103B55"/>
                </a:solidFill>
              </a:rPr>
              <a:t>Fast-track capacity — 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313C"/>
                </a:solidFill>
              </a:rPr>
              <a:t>add 1 agent developer, 1 QA/UAT/evidence specialist and 1 SAP BDC/Foundry integration engineer.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57200" y="4590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3A6A6"/>
                </a:solidFill>
              </a:rPr>
              <a:t>ACCOUNTABILITY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11274552" cy="786384"/>
        </p:xfrm>
        <a:graphic>
          <a:graphicData uri="http://schemas.openxmlformats.org/drawingml/2006/table">
            <a:tbl>
              <a:tblPr/>
              <a:tblGrid>
                <a:gridCol w="1993392"/>
                <a:gridCol w="2212848"/>
                <a:gridCol w="2331720"/>
                <a:gridCol w="2286000"/>
                <a:gridCol w="245059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Abdullah + Infrastructure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 leads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 • Shiva • Lakshmi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Abdelaziz + Bala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Architect + PM: traceability, architecture, RAID, documentation and coordination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Environments, access, connectivity and production readiness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Lakshmi • Abdelaziz • Kamalesh • Xavier • Rajesh • Kamal: formal testing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UAT scripts, CEO/proxy sessions and business sign-off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ADAA evidence, runbooks, monitoring and operational escalation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5779008"/>
            <a:ext cx="11274552" cy="548640"/>
          </a:xfrm>
          <a:prstGeom prst="roundRect">
            <a:avLst>
              <a:gd name="adj" fmla="val 8333"/>
            </a:avLst>
          </a:prstGeom>
          <a:solidFill>
            <a:srgbClr val="103B55"/>
          </a:solidFill>
          <a:ln w="12700">
            <a:solidFill>
              <a:srgbClr val="103B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934456"/>
            <a:ext cx="1581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8D4D0"/>
                </a:solidFill>
              </a:rPr>
              <a:t>MANAGEMENT DECISION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194560" y="5870448"/>
            <a:ext cx="9144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Protect the named internal owners through go-live and approve the three-person surge capacity. This enables Velora to cover the Protiviti deliverables internally without re-platforming Phase 1.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6510528"/>
            <a:ext cx="11265408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565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67782"/>
                </a:solidFill>
              </a:rPr>
              <a:t>Source: Velora SOR v1.0; internal weekly update 21 Aug 2026; Protiviti proposal; internal ownership confirmation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356848" y="655624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782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Velora — Remaining Steps to Cover Protiviti Deliverables</dc:title>
  <dc:subject>Single-slide management summary</dc:subject>
  <dc:creator>Velora</dc:creator>
  <cp:lastModifiedBy>Velora</cp:lastModifiedBy>
  <cp:revision>1</cp:revision>
  <dcterms:created xsi:type="dcterms:W3CDTF">2026-08-26T10:13:59Z</dcterms:created>
  <dcterms:modified xsi:type="dcterms:W3CDTF">2026-08-26T10:13:59Z</dcterms:modified>
</cp:coreProperties>
</file>