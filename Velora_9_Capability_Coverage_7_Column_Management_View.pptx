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3A6A6"/>
          </a:solidFill>
          <a:ln w="12700">
            <a:solidFill>
              <a:srgbClr val="13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67782"/>
                </a:solidFill>
              </a:rPr>
              <a:t>VELORA  |  EXECUTIVE AI AGENT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667782"/>
                </a:solidFill>
              </a:rPr>
              <a:t>CONFIDENTIAL  •  27 AUGUST 2026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420624" y="45720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rgbClr val="103B55"/>
                </a:solidFill>
              </a:rPr>
              <a:t>Nine-capability coverage: ownership, dependencies and vendors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438912" y="8961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667782"/>
                </a:solidFill>
              </a:rPr>
              <a:t>Management view for 30 September and year-end delivery</a:t>
            </a:r>
            <a:endParaRPr lang="en-US" sz="97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1207008"/>
          <a:ext cx="11356848" cy="4754880"/>
        </p:xfrm>
        <a:graphic>
          <a:graphicData uri="http://schemas.openxmlformats.org/drawingml/2006/table">
            <a:tbl>
              <a:tblPr/>
              <a:tblGrid>
                <a:gridCol w="1261872"/>
                <a:gridCol w="1517904"/>
                <a:gridCol w="1618488"/>
                <a:gridCol w="1755648"/>
                <a:gridCol w="1709928"/>
                <a:gridCol w="1636776"/>
                <a:gridCol w="1856232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1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Capability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B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1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Velora covered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1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by 30 Sep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6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1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Velora covered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1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by year-end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F9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1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Velora — other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1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department to cover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8A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1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Needs more clarity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1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 cover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9C4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1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Protiviti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B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1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MeshX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6A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C1  Enterprise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 query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— 6 SAP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queries live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Expand via SAP BDC/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BTP + Foundry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Infra + SAP data owners: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access/endpoints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Confirm priority year-end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 products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— SAP + SharePoint/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OneLake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Foundation MCP;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3–5 questions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C2  Proactive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recommendations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— daily KPI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scan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Broader signals and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reusable skills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Business owners: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approve KPIs/thresholds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Confirm future signals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and trigger thresholds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— Foundry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scheduled skill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covered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C3  Evaluation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engine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— covered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internally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Deeper criteria and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 models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Business owners: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approve evaluation criteria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Confirm additional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evaluation use cases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— Foundry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evaluation skill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covered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C4  Briefing &amp;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synthesis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— inbox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briefs/digests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More sources and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automation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Business/M365 owners: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source access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Confirm new sources,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formats and cadence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— cited Outlook/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Teams briefs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covered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C5  Agent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creation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Covered — governed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creation; controls manageable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self-service +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edit/pause/retire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David/PMO: confirm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scope interpretation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Clarify “without IT” and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 lifecycle controls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— create/edit/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pause/retire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covered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C6  Institutional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memory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— documents/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transcripts searchable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Broader corpus and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retention controls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Data/records owners: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content + retention approval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Confirm additional corpus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and retention policy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— AI Search/RAG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covered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C7  Meeting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intelligence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— Graph +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action flows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Broader channels and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automation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M365/Privacy owners: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access + retention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Confirm non-Teams scope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and privacy requirements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— Graph/manual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upload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covered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C8  Peer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benchmarking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PENDING — ADAA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data/source required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Build once ADAA details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and data are received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DAVID — obtain peer set,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metrics and data from ADAA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ADAA-approved peers,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source, metrics and format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— one approved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source minimum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covered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C9  Decision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traceability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Captured internally in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Velora’s current format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Align final schema, CSV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export and Purview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DAVID — provide ADAA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evidence/export template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Official ADAA schema,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fields and export format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— Dataverse +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CSV evidence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 lineage/audit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0" dirty="0">
                          <a:solidFill>
                            <a:srgbClr val="20313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portion only</a:t>
                      </a:r>
                      <a:endParaRPr lang="en-US" sz="7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CFD9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F5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29768" y="6089904"/>
            <a:ext cx="11338560" cy="338328"/>
          </a:xfrm>
          <a:prstGeom prst="roundRect">
            <a:avLst>
              <a:gd name="adj" fmla="val 13514"/>
            </a:avLst>
          </a:prstGeom>
          <a:solidFill>
            <a:srgbClr val="103B55"/>
          </a:solidFill>
          <a:ln w="12700">
            <a:solidFill>
              <a:srgbClr val="103B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6190488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70" kern="0" dirty="0">
                <a:solidFill>
                  <a:srgbClr val="78D4D0"/>
                </a:solidFill>
              </a:rPr>
              <a:t>MANAGEMENT VIEW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1783080" y="6153912"/>
            <a:ext cx="9646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Velora covers C1–C7 internally. C8 depends on ADAA peer/data inputs; C9 is already logged internally but awaits David’s official ADAA evidence/export template.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29768" y="6519672"/>
            <a:ext cx="11338560" cy="0"/>
          </a:xfrm>
          <a:prstGeom prst="line">
            <a:avLst/>
          </a:prstGeom>
          <a:noFill/>
          <a:ln w="12700">
            <a:solidFill>
              <a:srgbClr val="CFD9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6574536"/>
            <a:ext cx="10241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67782"/>
                </a:solidFill>
              </a:rPr>
              <a:t>Source: Velora SOR v1.0; internal weekly update 21 Aug 2026; Protiviti proposal; MeshX SOW; management clarifications</a:t>
            </a:r>
            <a:endParaRPr lang="en-US" sz="630" dirty="0"/>
          </a:p>
        </p:txBody>
      </p:sp>
      <p:sp>
        <p:nvSpPr>
          <p:cNvPr id="13" name="Text 10"/>
          <p:cNvSpPr/>
          <p:nvPr/>
        </p:nvSpPr>
        <p:spPr>
          <a:xfrm>
            <a:off x="11411712" y="656539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67782"/>
                </a:solidFill>
              </a:rPr>
              <a:t>1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Velora Nine-Capability Coverage — Ownership and Clarifications</dc:title>
  <dc:subject>Management capability comparison</dc:subject>
  <dc:creator>Velora</dc:creator>
  <cp:lastModifiedBy>Velora</cp:lastModifiedBy>
  <cp:revision>1</cp:revision>
  <dcterms:created xsi:type="dcterms:W3CDTF">2026-08-27T05:33:01Z</dcterms:created>
  <dcterms:modified xsi:type="dcterms:W3CDTF">2026-08-27T05:33:01Z</dcterms:modified>
</cp:coreProperties>
</file>